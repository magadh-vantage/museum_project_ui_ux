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59B27"/>
                </a:solidFill>
                <a:latin typeface="Outfit"/>
              </a:defRPr>
            </a:pPr>
            <a:r>
              <a:t>🏛️ GOVERNMENT MUSEUM INTERACTIVE KIOSK   |   SLIDE 1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Inter"/>
              </a:defRPr>
            </a:pPr>
            <a:r>
              <a:t>TITLE SLIDE &amp; 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Pre-Presidential Journey of Dr. Rajendra Prasad &amp; Champaran Movement Exhibit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Inter"/>
              </a:defRPr>
            </a:pPr>
            <a:r>
              <a:t>EXHIBIT SPECIFICATION &amp; PROPOSAL</a:t>
            </a:r>
          </a:p>
          <a:p>
            <a:pPr>
              <a:defRPr sz="3000" b="1">
                <a:solidFill>
                  <a:srgbClr val="F8FAFC"/>
                </a:solidFill>
                <a:latin typeface="Outfit"/>
              </a:defRPr>
            </a:pPr>
            <a:r>
              <a:t>Pre-Presidential Journey of</a:t>
            </a:r>
            <a:br/>
            <a:r>
              <a:t>Dr. Rajendra Prasad</a:t>
            </a:r>
          </a:p>
          <a:p>
            <a:pPr>
              <a:defRPr sz="1400" i="1">
                <a:solidFill>
                  <a:srgbClr val="C59B27"/>
                </a:solidFill>
                <a:latin typeface="Inter"/>
              </a:defRPr>
            </a:pPr>
            <a:r>
              <a:t>A 55" Interactive Touchscreen Kiosk Exhibit for Government Museum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005840"/>
            <a:ext cx="3657600" cy="2103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r_rajendra_prasad_portrait_hero_17855271070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097280"/>
            <a:ext cx="3474720" cy="1920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3200400"/>
            <a:ext cx="10728655" cy="640080"/>
          </a:xfrm>
          <a:prstGeom prst="roundRect">
            <a:avLst/>
          </a:prstGeom>
          <a:solidFill>
            <a:srgbClr val="C59B27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Outfit"/>
              </a:defRPr>
            </a:pPr>
            <a:r>
              <a:t>👇 TOUCH SCREEN ANYWHERE TO BEGIN  |  अन्वेषण के लिए स्क्रीन को स्पर्श करें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59B27"/>
                </a:solidFill>
              </a:defRPr>
            </a:pPr>
            <a:r>
              <a:t>🎯 Project Target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Digital Storytelling of Dr. Rajendra Prasad's leadership in freedom struggle &amp; nation-building prior to 1950.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402336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59B27"/>
                </a:solidFill>
              </a:defRPr>
            </a:pPr>
            <a:r>
              <a:t>🖥️ Hardware Specification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55-inch Commercial 4K Touchscreen Display with Directional Sound Dome &amp; Fanless Industrial Mini PC.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402336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59B27"/>
                </a:solidFill>
              </a:defRPr>
            </a:pPr>
            <a:r>
              <a:t>🏛️ Museum Theme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Special Audio-Visual focus on Champaran Satyagraha (1917), Indigo Farmers' letters &amp; Constituent Assembly leadership.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59B27"/>
                </a:solidFill>
                <a:latin typeface="Outfit"/>
              </a:defRPr>
            </a:pPr>
            <a:r>
              <a:t>🏛️ GOVERNMENT MUSEUM INTERACTIVE KIOSK   |   SLIDE 2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Inter"/>
              </a:defRPr>
            </a:pPr>
            <a:r>
              <a:t>EXECUTIVE SUMMARY &amp; MUSEUM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Pre-Presidential Journey of Dr. Rajendra Prasad &amp; Champaran Movement Exhibit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33832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59B27"/>
                </a:solidFill>
                <a:latin typeface="Outfit"/>
              </a:defRPr>
            </a:pPr>
            <a:r>
              <a:t>🎯 Core Objective</a:t>
            </a:r>
          </a:p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Immersive 9-Page Gallery</a:t>
            </a:r>
          </a:p>
          <a:p/>
          <a:p>
            <a:pPr>
              <a:defRPr sz="1100">
                <a:solidFill>
                  <a:srgbClr val="F8FAFC"/>
                </a:solidFill>
                <a:latin typeface="Inter"/>
              </a:defRPr>
            </a:pPr>
            <a:r>
              <a:t>• Multi-faceted narrative before presidency (1884–1950)</a:t>
            </a:r>
          </a:p>
          <a:p>
            <a:pPr>
              <a:defRPr sz="1100">
                <a:solidFill>
                  <a:srgbClr val="F8FAFC"/>
                </a:solidFill>
                <a:latin typeface="Inter"/>
              </a:defRPr>
            </a:pPr>
            <a:r>
              <a:t>• Seamless touchscreen navigation for all age groups</a:t>
            </a:r>
          </a:p>
          <a:p>
            <a:pPr>
              <a:defRPr sz="1100">
                <a:solidFill>
                  <a:srgbClr val="F8FAFC"/>
                </a:solidFill>
                <a:latin typeface="Inter"/>
              </a:defRPr>
            </a:pPr>
            <a:r>
              <a:t>• Bilingual Hindi &amp; English instant toggle support</a:t>
            </a:r>
          </a:p>
          <a:p>
            <a:pPr>
              <a:defRPr sz="1100">
                <a:solidFill>
                  <a:srgbClr val="F8FAFC"/>
                </a:solidFill>
                <a:latin typeface="Inter"/>
              </a:defRPr>
            </a:pPr>
            <a:r>
              <a:t>• High-definition archival document inspection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05840"/>
            <a:ext cx="33832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59B27"/>
                </a:solidFill>
                <a:latin typeface="Outfit"/>
              </a:defRPr>
            </a:pPr>
            <a:r>
              <a:t>🌾 Key Highlight</a:t>
            </a:r>
          </a:p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Champaran Satyagraha Focus</a:t>
            </a:r>
          </a:p>
          <a:p/>
          <a:p>
            <a:pPr>
              <a:defRPr sz="1100">
                <a:solidFill>
                  <a:srgbClr val="F8FAFC"/>
                </a:solidFill>
                <a:latin typeface="Inter"/>
              </a:defRPr>
            </a:pPr>
            <a:r>
              <a:t>• Special Audio-Visual spotlight on 1917 movement</a:t>
            </a:r>
          </a:p>
          <a:p>
            <a:pPr>
              <a:defRPr sz="1100">
                <a:solidFill>
                  <a:srgbClr val="F8FAFC"/>
                </a:solidFill>
                <a:latin typeface="Inter"/>
              </a:defRPr>
            </a:pPr>
            <a:r>
              <a:t>• Archiving indigo farmers' grievances &amp; original letters</a:t>
            </a:r>
          </a:p>
          <a:p>
            <a:pPr>
              <a:defRPr sz="1100">
                <a:solidFill>
                  <a:srgbClr val="F8FAFC"/>
                </a:solidFill>
                <a:latin typeface="Inter"/>
              </a:defRPr>
            </a:pPr>
            <a:r>
              <a:t>• Synchronized voice narration &amp; interactive document reader</a:t>
            </a:r>
          </a:p>
          <a:p>
            <a:pPr>
              <a:defRPr sz="1100">
                <a:solidFill>
                  <a:srgbClr val="F8FAFC"/>
                </a:solidFill>
                <a:latin typeface="Inter"/>
              </a:defRPr>
            </a:pPr>
            <a:r>
              <a:t>• First civil disobedience movement in India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05840"/>
            <a:ext cx="33832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59B27"/>
                </a:solidFill>
                <a:latin typeface="Outfit"/>
              </a:defRPr>
            </a:pPr>
            <a:r>
              <a:t>✨ Visitor Impact</a:t>
            </a:r>
          </a:p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Multi-Sensory Experience</a:t>
            </a:r>
          </a:p>
          <a:p/>
          <a:p>
            <a:pPr>
              <a:defRPr sz="1100">
                <a:solidFill>
                  <a:srgbClr val="F8FAFC"/>
                </a:solidFill>
                <a:latin typeface="Inter"/>
              </a:defRPr>
            </a:pPr>
            <a:r>
              <a:t>• Transform static museum display into active exploration</a:t>
            </a:r>
          </a:p>
          <a:p>
            <a:pPr>
              <a:defRPr sz="1100">
                <a:solidFill>
                  <a:srgbClr val="F8FAFC"/>
                </a:solidFill>
                <a:latin typeface="Inter"/>
              </a:defRPr>
            </a:pPr>
            <a:r>
              <a:t>• Educational tool for students, researchers &amp; tourists</a:t>
            </a:r>
          </a:p>
          <a:p>
            <a:pPr>
              <a:defRPr sz="1100">
                <a:solidFill>
                  <a:srgbClr val="F8FAFC"/>
                </a:solidFill>
                <a:latin typeface="Inter"/>
              </a:defRPr>
            </a:pPr>
            <a:r>
              <a:t>• Directional sound dome to prevent hall noise pollution</a:t>
            </a:r>
          </a:p>
          <a:p>
            <a:pPr>
              <a:defRPr sz="1100">
                <a:solidFill>
                  <a:srgbClr val="F8FAFC"/>
                </a:solidFill>
                <a:latin typeface="Inter"/>
              </a:defRPr>
            </a:pPr>
            <a:r>
              <a:t>• 60 FPS fluid touch animations &amp; auto-reset idle timer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59B27"/>
                </a:solidFill>
                <a:latin typeface="Outfit"/>
              </a:defRPr>
            </a:pPr>
            <a:r>
              <a:t>🏛️ GOVERNMENT MUSEUM INTERACTIVE KIOSK   |   SLIDE 3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Inter"/>
              </a:defRPr>
            </a:pPr>
            <a:r>
              <a:t>9-PAGE INFORMATION ARCHITECTURE &amp;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Pre-Presidential Journey of Dr. Rajendra Prasad &amp; Champaran Movement Exhibit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59B27"/>
                </a:solidFill>
              </a:defRPr>
            </a:pPr>
            <a:r>
              <a:t>SEQUENTIAL VISITOR STORYTELLING FLOW (9 INTERACTIVE PHASES)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3832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Outfit"/>
              </a:defRPr>
            </a:pPr>
            <a:r>
              <a:t>1. Page 1: Welcome &amp; Intro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Ambient Video &amp; Language Selection</a:t>
            </a:r>
          </a:p>
          <a:p>
            <a:pPr>
              <a:defRPr sz="900" i="1">
                <a:solidFill>
                  <a:srgbClr val="C59B27"/>
                </a:solidFill>
              </a:defRPr>
            </a:pPr>
            <a:r>
              <a:t>➜ Tap to Explore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Outfit"/>
              </a:defRPr>
            </a:pPr>
            <a:r>
              <a:t>2. Page 2: The Advocate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Calcutta &amp; Patna High Court Practice</a:t>
            </a:r>
          </a:p>
          <a:p>
            <a:pPr>
              <a:defRPr sz="900" i="1">
                <a:solidFill>
                  <a:srgbClr val="C59B27"/>
                </a:solidFill>
              </a:defRPr>
            </a:pPr>
            <a:r>
              <a:t>➜ Tap to Explore Node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25880"/>
            <a:ext cx="33832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Outfit"/>
              </a:defRPr>
            </a:pPr>
            <a:r>
              <a:t>3. Page 3: The Journalist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Searchlight &amp; Desh Editorial Leadership</a:t>
            </a:r>
          </a:p>
          <a:p>
            <a:pPr>
              <a:defRPr sz="900" i="1">
                <a:solidFill>
                  <a:srgbClr val="C59B27"/>
                </a:solidFill>
              </a:defRPr>
            </a:pPr>
            <a:r>
              <a:t>➜ Tap to Explore Node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33832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Outfit"/>
              </a:defRPr>
            </a:pPr>
            <a:r>
              <a:t>4. Page 4: The Humanitarian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1934 Bihar Earthquake Relief Operations</a:t>
            </a:r>
          </a:p>
          <a:p>
            <a:pPr>
              <a:defRPr sz="900" i="1">
                <a:solidFill>
                  <a:srgbClr val="C59B27"/>
                </a:solidFill>
              </a:defRPr>
            </a:pPr>
            <a:r>
              <a:t>➜ Tap to Explore Node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926080"/>
            <a:ext cx="33832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Outfit"/>
              </a:defRPr>
            </a:pPr>
            <a:r>
              <a:t>5. Page 5: The Educationist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Co-founding Bihar Vidyapeeth (1921)</a:t>
            </a:r>
          </a:p>
          <a:p>
            <a:pPr>
              <a:defRPr sz="900" i="1">
                <a:solidFill>
                  <a:srgbClr val="C59B27"/>
                </a:solidFill>
              </a:defRPr>
            </a:pPr>
            <a:r>
              <a:t>➜ Tap to Explore Node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926080"/>
            <a:ext cx="33832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  <a:latin typeface="Outfit"/>
              </a:defRPr>
            </a:pPr>
            <a:r>
              <a:t>6. Page 6: Champaran Leader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1917 Satyagraha &amp; Farmers' Letters (3 Parts)</a:t>
            </a:r>
          </a:p>
          <a:p>
            <a:pPr>
              <a:defRPr sz="900" i="1">
                <a:solidFill>
                  <a:srgbClr val="C59B27"/>
                </a:solidFill>
              </a:defRPr>
            </a:pPr>
            <a:r>
              <a:t>➜ Tap to Explore Node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33832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Outfit"/>
              </a:defRPr>
            </a:pPr>
            <a:r>
              <a:t>7. Page 7: Agriculture Minister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1946 Interim Govt &amp; Grow More Food</a:t>
            </a:r>
          </a:p>
          <a:p>
            <a:pPr>
              <a:defRPr sz="900" i="1">
                <a:solidFill>
                  <a:srgbClr val="C59B27"/>
                </a:solidFill>
              </a:defRPr>
            </a:pPr>
            <a:r>
              <a:t>➜ Tap to Explore Node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526280"/>
            <a:ext cx="33832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Outfit"/>
              </a:defRPr>
            </a:pPr>
            <a:r>
              <a:t>8. Page 8: Constitution Maker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Presiding President of Constituent Assembly</a:t>
            </a:r>
          </a:p>
          <a:p>
            <a:pPr>
              <a:defRPr sz="900" i="1">
                <a:solidFill>
                  <a:srgbClr val="C59B27"/>
                </a:solidFill>
              </a:defRPr>
            </a:pPr>
            <a:r>
              <a:t>➜ Tap to Explore Node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526280"/>
            <a:ext cx="33832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Outfit"/>
              </a:defRPr>
            </a:pPr>
            <a:r>
              <a:t>9. Page 9: First President</a:t>
            </a:r>
          </a:p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Unanimous Election &amp; 1950 Oath Ceremony</a:t>
            </a:r>
          </a:p>
          <a:p>
            <a:pPr>
              <a:defRPr sz="900" i="1">
                <a:solidFill>
                  <a:srgbClr val="C59B27"/>
                </a:solidFill>
              </a:defRPr>
            </a:pPr>
            <a:r>
              <a:t>➜ Tap to Explore Node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59B27"/>
                </a:solidFill>
                <a:latin typeface="Outfit"/>
              </a:defRPr>
            </a:pPr>
            <a:r>
              <a:t>🏛️ GOVERNMENT MUSEUM INTERACTIVE KIOSK   |   SLIDE 4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Inter"/>
              </a:defRPr>
            </a:pPr>
            <a:r>
              <a:t>PAGE 1 &amp; 2: INTRODUCTION &amp; LEGAL LUMINARY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Pre-Presidential Journey of Dr. Rajendra Prasad &amp; Champaran Movement Exhibit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52120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59B27"/>
                </a:solidFill>
              </a:defRPr>
            </a:pPr>
            <a:r>
              <a:t>🖥️ Page 1: Welcome &amp; Landing Screen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Ambient Visuals: High-definition archival loop of Bihar freedom struggle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Language Selection: Instant Hindi / English UI &amp; Voice toggle buttons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Attract Mode Prompt: Glowing 'Touch Screen Anywhere to Begin' animation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Kiosk Safety: Automatic idle timer resets to Page 1 after 60s inactivity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2120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⚖️ Page 2: The Advocate (Legal Career)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High Court Practice: Legal luminary at Calcutta High Court (1911) &amp; Patna High Court (1916)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Defending Freedom Fighters: Provided pro-bono legal counsel to activists and civil rights causes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Interactive Feature: Tap-to-expand major court cases &amp; legal arguments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Document Zoom Viewer: Inspect high-res digital scans of original law certificates &amp; legal briefs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59B27"/>
                </a:solidFill>
                <a:latin typeface="Outfit"/>
              </a:defRPr>
            </a:pPr>
            <a:r>
              <a:t>🏛️ GOVERNMENT MUSEUM INTERACTIVE KIOSK   |   SLIDE 5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Inter"/>
              </a:defRPr>
            </a:pPr>
            <a:r>
              <a:t>PAGE 3 &amp; 4: PRESS FREEDOM &amp; DISASTER RELIEF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Pre-Presidential Journey of Dr. Rajendra Prasad &amp; Champaran Movement Exhibit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52120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59B27"/>
                </a:solidFill>
              </a:defRPr>
            </a:pPr>
            <a:r>
              <a:t>📰 Page 3: The Journalist (Press Freedom)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Editorial Leadership: Editor &amp; contributor to 'Searchlight' (English) &amp; 'Desh' (Hindi) newspapers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Spreading Consciousness: Used journalism as a non-violent instrument for nationalist awakening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Interactive Flip-Book: Touch gesture digital newspaper reader showing digitized 1920s front pages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Archival Overlays: Pop-up translations of key patriotic editorials written by Dr. Prasad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2120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🤝 Page 4: The Humanitarian (1934 Relief)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1934 Bihar Earthquake: Led massive relief operations following devastating 8.0 magnitude quake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Bihar Central Relief Committee: Raised over 3.8 million rupees while imprisoned &amp; released to lead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Interactive Relief Map: Touch districts (Monghyr, Muzaffarpur, Patna) to view archival damage photos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Historical Photography: High-res gallery of community kitchens, shelter construction &amp; medical aid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59B27"/>
                </a:solidFill>
                <a:latin typeface="Outfit"/>
              </a:defRPr>
            </a:pPr>
            <a:r>
              <a:t>🏛️ GOVERNMENT MUSEUM INTERACTIVE KIOSK   |   SLIDE 6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Inter"/>
              </a:defRPr>
            </a:pPr>
            <a:r>
              <a:t>PAGE 5: SHAPING NATIONAL EDUCATION (BIHAR VIDYAPEETH)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Pre-Presidential Journey of Dr. Rajendra Prasad &amp; Champaran Movement Exhibit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640080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59B27"/>
                </a:solidFill>
              </a:defRPr>
            </a:pPr>
            <a:r>
              <a:t>🎓 Page 5: Indigenous Education &amp; Bihar Vidyapeeth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Swadeshi Education Vision: Promoting indigenous, self-reliant education during 1921 Non-Cooperation Movement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Founding Bihar Vidyapeeth: Established in Patna (1921) inaugurated by Mahatma Gandhi &amp; Dr. Rajendra Prasad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Principal &amp; Vice-Chancellor: Shaped curriculum combining academics, vocational skills &amp; nationalist values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Interactive Timeline: Flowchart of national educational institutions established across India in the 1920s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Audio Quote Player: Listen to Dr. Prasad's speeches on youth empowerment and character building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005840"/>
            <a:ext cx="402336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🖼️ Archival Feature Display</a:t>
            </a:r>
          </a:p>
          <a:p>
            <a:pPr>
              <a:defRPr sz="1200">
                <a:solidFill>
                  <a:srgbClr val="C59B27"/>
                </a:solidFill>
              </a:defRPr>
            </a:pPr>
            <a:r>
              <a:t>Inauguration Photo &amp; Audio Widget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Interactive Photo Gallery: Rare photographs of Bihar Vidyapeeth campus, faculty &amp; early batches.</a:t>
            </a:r>
            <a:br/>
            <a:br/>
            <a:r>
              <a:t>• Audio Narration: Directional audio overlay providing historical commentary in Hindi &amp; English.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59B27"/>
                </a:solidFill>
                <a:latin typeface="Outfit"/>
              </a:defRPr>
            </a:pPr>
            <a:r>
              <a:t>🏛️ GOVERNMENT MUSEUM INTERACTIVE KIOSK   |   SLIDE 7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Inter"/>
              </a:defRPr>
            </a:pPr>
            <a:r>
              <a:t>PAGE 6 (PART 1): ROLE IN CHAMPARAN SATYAGRAHA (1917)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Pre-Presidential Journey of Dr. Rajendra Prasad &amp; Champaran Movement Exhibit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10728655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59B27"/>
                </a:solidFill>
              </a:defRPr>
            </a:pPr>
            <a:r>
              <a:t>🌱 The Turning Point: Champaran Satyagraha (1917)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First Association with Gandhiji: Dr. Rajendra Prasad met Mahatma Gandhi in April 1917 in Patna &amp; Champaran, beginning a lifelong partnership.</a:t>
            </a:r>
          </a:p>
          <a:p/>
          <a:p>
            <a:pPr>
              <a:defRPr sz="1200">
                <a:solidFill>
                  <a:srgbClr val="F8FAFC"/>
                </a:solidFill>
              </a:defRPr>
            </a:pPr>
            <a:r>
              <a:t>• Logistics &amp; Legal Operations: Managed the massive task of organizing volunteer teams, legal defense, and accommodation across North Bihar villages.</a:t>
            </a:r>
          </a:p>
          <a:p/>
          <a:p>
            <a:pPr>
              <a:defRPr sz="1200">
                <a:solidFill>
                  <a:srgbClr val="F8FAFC"/>
                </a:solidFill>
              </a:defRPr>
            </a:pPr>
            <a:r>
              <a:t>• Language &amp; Dialect Translation: Translated local Bhojpuri and Maithili testimonies into English for British inquiry committees and legal records.</a:t>
            </a:r>
          </a:p>
          <a:p/>
          <a:p>
            <a:pPr>
              <a:defRPr sz="1200">
                <a:solidFill>
                  <a:srgbClr val="F8FAFC"/>
                </a:solidFill>
              </a:defRPr>
            </a:pPr>
            <a:r>
              <a:t>• Recording Statement Archives: Personally recorded and verified thousands of tenant farmer statements detailing colonial oppression.</a:t>
            </a:r>
          </a:p>
          <a:p/>
          <a:p>
            <a:pPr>
              <a:defRPr sz="1200">
                <a:solidFill>
                  <a:srgbClr val="F8FAFC"/>
                </a:solidFill>
              </a:defRPr>
            </a:pPr>
            <a:r>
              <a:t>• National Impact: Laying the foundation for India's first successful Civil Disobedience campaign, leading to the Champaran Agrarian Act of 1918.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59B27"/>
                </a:solidFill>
                <a:latin typeface="Outfit"/>
              </a:defRPr>
            </a:pPr>
            <a:r>
              <a:t>🏛️ GOVERNMENT MUSEUM INTERACTIVE KIOSK   |   SLIDE 8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Inter"/>
              </a:defRPr>
            </a:pPr>
            <a:r>
              <a:t>FEATURE SPOTLIGHT: INDIGO FARMERS' GRIEVANCES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Pre-Presidential Journey of Dr. Rajendra Prasad &amp; Champaran Movement Exhibit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5212080" cy="2423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59B27"/>
                </a:solidFill>
              </a:defRPr>
            </a:pPr>
            <a:r>
              <a:t>⛓️ The Tinkathia System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Colonial Exploitation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Forced cultivation of indigo on 3/20th (3 kathas per bigha) of every tenant farmer's best fertile land for European planters.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212080" cy="2423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💸 Excessive Taxation &amp; Extortion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Economic Ruin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Illegal cesses (Abwabs), arbitrary fines, and fixed low prices paid for indigo, forcing peasant families into perpetual debt.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5212080" cy="2423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59B27"/>
                </a:solidFill>
              </a:defRPr>
            </a:pPr>
            <a:r>
              <a:t>🌾 Land &amp; Soil Degradation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Famine Risk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Indigo crops depleted soil nutrients rapidly, preventing farmers from growing food grains like rice and wheat essential for survival.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11880"/>
            <a:ext cx="5212080" cy="2423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📜 Archival Evidence Collection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7,000+ Recorded Letters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Dr. Rajendra Prasad &amp; team systematically cataloged thousands of signed farmer grievances that exposed planter atrocities.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59B27"/>
                </a:solidFill>
                <a:latin typeface="Outfit"/>
              </a:defRPr>
            </a:pPr>
            <a:r>
              <a:t>🏛️ GOVERNMENT MUSEUM INTERACTIVE KIOSK   |   SLIDE 9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Inter"/>
              </a:defRPr>
            </a:pPr>
            <a:r>
              <a:t>FEATURE SPOTLIGHT: INTERACTIVE LETTER &amp; AUDIO SYNC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Pre-Presidential Journey of Dr. Rajendra Prasad &amp; Champaran Movement Exhibit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33832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59B27"/>
                </a:solidFill>
              </a:defRPr>
            </a:pPr>
            <a:r>
              <a:t>🎙️ Professional Voice Narration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Dramatic readings of translated farmer letters by professional voice actors.</a:t>
            </a:r>
            <a:br/>
            <a:br/>
            <a:r>
              <a:t>• Subtle ambient rural soundscapes (birds, charkha, rain) for deep immersion.</a:t>
            </a:r>
            <a:br/>
            <a:br/>
            <a:r>
              <a:t>• Directional audio overhead dome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05840"/>
            <a:ext cx="33832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⏱️ Synchronized Karaoke Highlight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Real-time text highlighting on screen synchronized line-by-line with audio narration.</a:t>
            </a:r>
            <a:br/>
            <a:br/>
            <a:r>
              <a:t>• Enhanced accessibility for hearing impaired visitors and young students.</a:t>
            </a:r>
            <a:br/>
            <a:br/>
            <a:r>
              <a:t>• Interactive speed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05840"/>
            <a:ext cx="33832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📂 Interactive Letter Browser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Categorized filter tabs:</a:t>
            </a:r>
            <a:br/>
            <a:r>
              <a:t>  - Taxation &amp; Fines</a:t>
            </a:r>
            <a:br/>
            <a:r>
              <a:t>  - Physical Coercion</a:t>
            </a:r>
            <a:br/>
            <a:r>
              <a:t>  - Personal Testimonies</a:t>
            </a:r>
            <a:br/>
            <a:br/>
            <a:r>
              <a:t>• Touch any thumbnail to view high-res handwritten manuscript scan with Hindi/English side-by-side translation.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59B27"/>
                </a:solidFill>
                <a:latin typeface="Outfit"/>
              </a:defRPr>
            </a:pPr>
            <a:r>
              <a:t>🏛️ GOVERNMENT MUSEUM INTERACTIVE KIOSK   |   SLIDE 10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Inter"/>
              </a:defRPr>
            </a:pPr>
            <a:r>
              <a:t>PAGE 7: FOOD SECURITY &amp; AGRICULTURE (1946)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Pre-Presidential Journey of Dr. Rajendra Prasad &amp; Champaran Movement Exhibit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640080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59B27"/>
                </a:solidFill>
              </a:defRPr>
            </a:pPr>
            <a:r>
              <a:t>🌾 Minister for Food &amp; Agriculture (1946 Interim Govt)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Post-War Food Crisis: Appointed Minister in Interim Government (September 1946) during severe post-WWII food shortages and Bengal famine aftermath.</a:t>
            </a:r>
          </a:p>
          <a:p/>
          <a:p>
            <a:pPr>
              <a:defRPr sz="1100">
                <a:solidFill>
                  <a:srgbClr val="F8FAFC"/>
                </a:solidFill>
              </a:defRPr>
            </a:pPr>
            <a:r>
              <a:t>• 'Grow More Food' Campaign: Spearheaded nationwide agricultural campaign to expand cultivated area, improve seed distribution and irrigation works.</a:t>
            </a:r>
          </a:p>
          <a:p/>
          <a:p>
            <a:pPr>
              <a:defRPr sz="1100">
                <a:solidFill>
                  <a:srgbClr val="F8FAFC"/>
                </a:solidFill>
              </a:defRPr>
            </a:pPr>
            <a:r>
              <a:t>• Dynamic Data Infographics: Interactive Touch UI charts depicting grain distribution, food imports reduction and regional production statistics.</a:t>
            </a:r>
          </a:p>
          <a:p/>
          <a:p>
            <a:pPr>
              <a:defRPr sz="1100">
                <a:solidFill>
                  <a:srgbClr val="F8FAFC"/>
                </a:solidFill>
              </a:defRPr>
            </a:pPr>
            <a:r>
              <a:t>• Newsreel Archive: Touch player featuring historical 1946 newsreel footage of agricultural rallies and storage grain silo inaugurations.</a:t>
            </a:r>
          </a:p>
          <a:p/>
        </p:txBody>
      </p:sp>
      <p:sp>
        <p:nvSpPr>
          <p:cNvPr id="7" name="Rounded Rectangle 6"/>
          <p:cNvSpPr/>
          <p:nvPr/>
        </p:nvSpPr>
        <p:spPr>
          <a:xfrm>
            <a:off x="7406640" y="1005840"/>
            <a:ext cx="402336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📊 Interactive Kiosk Widget</a:t>
            </a:r>
          </a:p>
          <a:p>
            <a:pPr>
              <a:defRPr sz="1200">
                <a:solidFill>
                  <a:srgbClr val="C59B27"/>
                </a:solidFill>
              </a:defRPr>
            </a:pPr>
            <a:r>
              <a:t>Yield Statistics Slider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Interactive Year Slider (1946–1950):</a:t>
            </a:r>
            <a:br/>
            <a:r>
              <a:t>Allows visitors to drag across timeline and see agricultural yield data, land reform bills, and food grain self-reliance milestones.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59B27"/>
                </a:solidFill>
                <a:latin typeface="Outfit"/>
              </a:defRPr>
            </a:pPr>
            <a:r>
              <a:t>🏛️ GOVERNMENT MUSEUM INTERACTIVE KIOSK   |   SLIDE 11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Inter"/>
              </a:defRPr>
            </a:pPr>
            <a:r>
              <a:t>PAGE 8: PRESIDENT OF THE CONSTITUENT ASSEMBLY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Pre-Presidential Journey of Dr. Rajendra Prasad &amp; Champaran Movement Exhibit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10728655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59B27"/>
                </a:solidFill>
              </a:defRPr>
            </a:pPr>
            <a:r>
              <a:t>📜 Presiding over the Birth of the Republic (1946–1950)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Unanimous Election: Elected President of the Constituent Assembly of India on December 11, 1946.</a:t>
            </a:r>
          </a:p>
          <a:p/>
          <a:p>
            <a:pPr>
              <a:defRPr sz="1100">
                <a:solidFill>
                  <a:srgbClr val="F8FAFC"/>
                </a:solidFill>
              </a:defRPr>
            </a:pPr>
            <a:r>
              <a:t>• Guiding Assembly Debates: Impartially steered nearly 3 years of intense debates among 299 assembly members to forge the world's longest written constitution.</a:t>
            </a:r>
          </a:p>
          <a:p/>
          <a:p>
            <a:pPr>
              <a:defRPr sz="1100">
                <a:solidFill>
                  <a:srgbClr val="F8FAFC"/>
                </a:solidFill>
              </a:defRPr>
            </a:pPr>
            <a:r>
              <a:t>• Harmonizing Diverse Views: Known for his patience, dignity, and legal acumen in resolving contentious issues on federalism, fundamental rights, and official languages.</a:t>
            </a:r>
          </a:p>
          <a:p/>
          <a:p>
            <a:pPr>
              <a:defRPr sz="1100">
                <a:solidFill>
                  <a:srgbClr val="F8FAFC"/>
                </a:solidFill>
              </a:defRPr>
            </a:pPr>
            <a:r>
              <a:t>• High-Res Constitution Viewer: Ultra-HD digital scan of the original illustrated Constitution of India (hand-written by Prem Behari Narain Raizada and decorated by Nandalal Bose).</a:t>
            </a:r>
          </a:p>
          <a:p/>
          <a:p>
            <a:pPr>
              <a:defRPr sz="1100">
                <a:solidFill>
                  <a:srgbClr val="F8FAFC"/>
                </a:solidFill>
              </a:defRPr>
            </a:pPr>
            <a:r>
              <a:t>• Interactive Member Signature Map: Touch assembly members' signatures to view their biographies, speeches, and state representation.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59B27"/>
                </a:solidFill>
                <a:latin typeface="Outfit"/>
              </a:defRPr>
            </a:pPr>
            <a:r>
              <a:t>🏛️ GOVERNMENT MUSEUM INTERACTIVE KIOSK   |   SLIDE 12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Inter"/>
              </a:defRPr>
            </a:pPr>
            <a:r>
              <a:t>PAGE 9: ELECTION AS FIRST PRESIDENT (1950)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Pre-Presidential Journey of Dr. Rajendra Prasad &amp; Champaran Movement Exhibit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621792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59B27"/>
                </a:solidFill>
              </a:defRPr>
            </a:pPr>
            <a:r>
              <a:t>🇮🇳 Dawn of the Sovereign Republic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Unanimous Election: Unanimously elected as the first President of India on January 24, 1950, taking oath on January 26, 1950 (Republic Day).</a:t>
            </a:r>
          </a:p>
          <a:p/>
          <a:p>
            <a:pPr>
              <a:defRPr sz="1100">
                <a:solidFill>
                  <a:srgbClr val="F8FAFC"/>
                </a:solidFill>
              </a:defRPr>
            </a:pPr>
            <a:r>
              <a:t>• Setting Democratic Standards: Established enduring presidential traditions of humility, non-partisan dignity, accessibility, and high ethical standards.</a:t>
            </a:r>
          </a:p>
          <a:p/>
          <a:p>
            <a:pPr>
              <a:defRPr sz="1100">
                <a:solidFill>
                  <a:srgbClr val="F8FAFC"/>
                </a:solidFill>
              </a:defRPr>
            </a:pPr>
            <a:r>
              <a:t>• Longest Serving President: Remained in office for 12 years (1950–1962), guiding the nascent democracy through three general elections.</a:t>
            </a:r>
          </a:p>
          <a:p/>
          <a:p>
            <a:pPr>
              <a:defRPr sz="1100">
                <a:solidFill>
                  <a:srgbClr val="F8FAFC"/>
                </a:solidFill>
              </a:defRPr>
            </a:pPr>
            <a:r>
              <a:t>• Interactive Oath Document: High-res digital replica of the original 1950 Swearing-in Declaration with tap-to-translate text.</a:t>
            </a:r>
          </a:p>
          <a:p/>
        </p:txBody>
      </p:sp>
      <p:sp>
        <p:nvSpPr>
          <p:cNvPr id="7" name="Rounded Rectangle 6"/>
          <p:cNvSpPr/>
          <p:nvPr/>
        </p:nvSpPr>
        <p:spPr>
          <a:xfrm>
            <a:off x="7223760" y="1005840"/>
            <a:ext cx="420624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🎥 Archival Video Archive</a:t>
            </a:r>
          </a:p>
          <a:p>
            <a:pPr>
              <a:defRPr sz="1200">
                <a:solidFill>
                  <a:srgbClr val="C59B27"/>
                </a:solidFill>
              </a:defRPr>
            </a:pPr>
            <a:r>
              <a:t>1950 Republic Day Oath Ceremony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Interactive Video Player:</a:t>
            </a:r>
            <a:br/>
            <a:r>
              <a:t>Features restored black-and-white film footage of the swearing-in ceremony at Durbar Hall, Government House, and 31-gun salute.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59B27"/>
                </a:solidFill>
                <a:latin typeface="Outfit"/>
              </a:defRPr>
            </a:pPr>
            <a:r>
              <a:t>🏛️ GOVERNMENT MUSEUM INTERACTIVE KIOSK   |   SLIDE 13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Inter"/>
              </a:defRPr>
            </a:pPr>
            <a:r>
              <a:t>TOUCH-FIRST UI/UX &amp; ACCESSIBILITY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Pre-Presidential Journey of Dr. Rajendra Prasad &amp; Champaran Movement Exhibit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5212080" cy="2423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59B27"/>
                </a:solidFill>
              </a:defRPr>
            </a:pPr>
            <a:r>
              <a:t>👆 Touch Ergonomics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55" Kiosk Layout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Optimized target touch zones (minimum 80x80px) positioned between 3.5ft and 5.5ft height for comfortable reach by adults and children.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212080" cy="2423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🌐 Bilingual Interface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Instant Toggle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One-tap switching between Hindi and English for all UI labels, document translations, and voice narration audio tracks.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5212080" cy="2423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59B27"/>
                </a:solidFill>
              </a:defRPr>
            </a:pPr>
            <a:r>
              <a:t>⏱️ Inactivity Auto-Reset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Idle Management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Automatic 60-second inactivity timer resets kiosk to Page 1 Welcome Screen to welcome new museum visitors.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11880"/>
            <a:ext cx="5212080" cy="2423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🔒 Kiosk Lockdown &amp; 60 FPS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System Security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Kiosk mode restricts OS access; hardware-accelerated CSS/JS animations guarantee silky 60 FPS touch responsiveness.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59B27"/>
                </a:solidFill>
                <a:latin typeface="Outfit"/>
              </a:defRPr>
            </a:pPr>
            <a:r>
              <a:t>🏛️ GOVERNMENT MUSEUM INTERACTIVE KIOSK   |   SLIDE 14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Inter"/>
              </a:defRPr>
            </a:pPr>
            <a:r>
              <a:t>HARDWARE SPECIFICATIONS &amp; AUDIO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Pre-Presidential Journey of Dr. Rajendra Prasad &amp; Champaran Movement Exhibit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10728655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59B27"/>
                </a:solidFill>
              </a:defRPr>
            </a:pPr>
            <a:r>
              <a:t>🖥️ Commercial 4K Touch Display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55" Ultra-HD 3840x2160 IPS Panel, 500 nits brightness, 10-point Infrared/Capacitive touch, anti-glare toughened glass.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728655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⚙️ Industrial Mini PC Engine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Intel Core i5/i7 Industrial PC, 16GB DDR4 RAM, 512GB NVMe SSD, Fanless enclosure for 24/7 continuous museum operation.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728655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59B27"/>
                </a:solidFill>
              </a:defRPr>
            </a:pPr>
            <a:r>
              <a:t>🔊 Directional Audio Sound Dome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Overhead directional speaker dome / focused sound beam that provides crystal clear audio to kiosk user without bleed into gallery.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19"/>
            <a:ext cx="10728655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🏗️ Custom Museum Enclosure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Heavy-duty powder-coated steel kiosk housing with concealed cable management, key-locked maintenance access &amp; ventilation.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120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59B27"/>
                </a:solidFill>
                <a:latin typeface="Outfit"/>
              </a:defRPr>
            </a:pPr>
            <a:r>
              <a:t>🏛️ GOVERNMENT MUSEUM INTERACTIVE KIOSK   |   SLIDE 15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Inter"/>
              </a:defRPr>
            </a:pPr>
            <a:r>
              <a:t>PROJECT IMPLEMENTATION ROADMAP &amp;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120"/>
          </a:solidFill>
          <a:ln w="63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Pre-Presidential Journey of Dr. Rajendra Prasad &amp; Champaran Movement Exhibit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24688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59B27"/>
                </a:solidFill>
              </a:defRPr>
            </a:pPr>
            <a:r>
              <a:t>Phase 1: Content &amp; Audio (W1-W2)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Archival Curation &amp; Scripting</a:t>
            </a:r>
          </a:p>
          <a:p/>
          <a:p>
            <a:pPr>
              <a:defRPr sz="1000">
                <a:solidFill>
                  <a:srgbClr val="F8FAFC"/>
                </a:solidFill>
              </a:defRPr>
            </a:pPr>
            <a:r>
              <a:t>• Historical document &amp; photo curation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Hindi/English voiceover recording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Letter transcript translation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005840"/>
            <a:ext cx="24688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Phase 2: UI/UX &amp; Software (W3-W4)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Software Development</a:t>
            </a:r>
          </a:p>
          <a:p/>
          <a:p>
            <a:pPr>
              <a:defRPr sz="1000">
                <a:solidFill>
                  <a:srgbClr val="F8FAFC"/>
                </a:solidFill>
              </a:defRPr>
            </a:pPr>
            <a:r>
              <a:t>• 55" Touch UI/UX design tokens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Interactive HTML5/JS app engine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Audio-text sync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24688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59B27"/>
                </a:solidFill>
              </a:defRPr>
            </a:pPr>
            <a:r>
              <a:t>Phase 3: Hardware &amp; QA (W5)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Integration &amp; Testing</a:t>
            </a:r>
          </a:p>
          <a:p/>
          <a:p>
            <a:pPr>
              <a:defRPr sz="1000">
                <a:solidFill>
                  <a:srgbClr val="F8FAFC"/>
                </a:solidFill>
              </a:defRPr>
            </a:pPr>
            <a:r>
              <a:t>• Mini PC &amp; Touchscreen assembly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Directional audio calibration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60 FPS stress testing &amp; QA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005840"/>
            <a:ext cx="2468880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Phase 4: On-Site Launch (W6)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Installation &amp; Training</a:t>
            </a:r>
          </a:p>
          <a:p/>
          <a:p>
            <a:pPr>
              <a:defRPr sz="1000">
                <a:solidFill>
                  <a:srgbClr val="F8FAFC"/>
                </a:solidFill>
              </a:defRPr>
            </a:pPr>
            <a:r>
              <a:t>• Museum kiosk site installation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Staff maintenance training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Final handover &amp; warranty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